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040" y="-78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948" y="432561"/>
            <a:ext cx="6653530" cy="9677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607310" marR="5080" indent="-2595245">
              <a:lnSpc>
                <a:spcPts val="1610"/>
              </a:lnSpc>
              <a:spcBef>
                <a:spcPts val="200"/>
              </a:spcBef>
            </a:pPr>
            <a:r>
              <a:rPr sz="1400" b="1" spc="-10" dirty="0">
                <a:latin typeface="Times New Roman"/>
                <a:cs typeface="Times New Roman"/>
              </a:rPr>
              <a:t>AI-</a:t>
            </a:r>
            <a:r>
              <a:rPr sz="1400" b="1" dirty="0">
                <a:latin typeface="Times New Roman"/>
                <a:cs typeface="Times New Roman"/>
              </a:rPr>
              <a:t>INTEGRATED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AIR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POLLUTION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FORECASTING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POLICY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DASHBOARD </a:t>
            </a:r>
            <a:r>
              <a:rPr sz="1400" b="1" dirty="0">
                <a:latin typeface="Times New Roman"/>
                <a:cs typeface="Times New Roman"/>
              </a:rPr>
              <a:t>FOR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DELHI-</a:t>
            </a:r>
            <a:r>
              <a:rPr sz="1400" b="1" spc="-25" dirty="0">
                <a:latin typeface="Times New Roman"/>
                <a:cs typeface="Times New Roman"/>
              </a:rPr>
              <a:t>NCR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R="420370" algn="ctr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ABSTRACT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404" y="1871599"/>
            <a:ext cx="6047740" cy="4031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" marR="5080" algn="just">
              <a:lnSpc>
                <a:spcPct val="1102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Air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pollution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Delhi-</a:t>
            </a:r>
            <a:r>
              <a:rPr sz="1200" dirty="0">
                <a:latin typeface="Times New Roman"/>
                <a:cs typeface="Times New Roman"/>
              </a:rPr>
              <a:t>NCR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persistent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public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health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challenge, 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vehicular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emissions,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industrial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discharge,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seasonal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activities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crop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residue </a:t>
            </a:r>
            <a:r>
              <a:rPr sz="1200" dirty="0">
                <a:latin typeface="Times New Roman"/>
                <a:cs typeface="Times New Roman"/>
              </a:rPr>
              <a:t>burning.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Despite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availability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extensive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air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 </a:t>
            </a:r>
            <a:r>
              <a:rPr sz="1200" dirty="0">
                <a:latin typeface="Times New Roman"/>
                <a:cs typeface="Times New Roman"/>
              </a:rPr>
              <a:t>mainly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short-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pollutant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actionable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regarding </a:t>
            </a:r>
            <a:r>
              <a:rPr sz="1200" dirty="0">
                <a:latin typeface="Times New Roman"/>
                <a:cs typeface="Times New Roman"/>
              </a:rPr>
              <a:t>specific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pollution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sources.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Consequently,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policymakers and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citizens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unable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preventive actions.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affected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community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millions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Delhi,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Gurugram,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Noida,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Ghaziabad,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 poor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regularly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exceeds safe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respiratory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cardiovascular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Previous studies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 shown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pollutant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suffer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overfitting,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attribution.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AI-driven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hybrid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fusion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sensors,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meteorological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satellite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imagery.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pollution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forecasting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probabilistic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identification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web-based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pollutant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probable </a:t>
            </a:r>
            <a:r>
              <a:rPr sz="1200" dirty="0">
                <a:latin typeface="Times New Roman"/>
                <a:cs typeface="Times New Roman"/>
              </a:rPr>
              <a:t>sources.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adaptive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retraining 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gives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human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understandable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trust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transparency.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thus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</a:t>
            </a:r>
            <a:r>
              <a:rPr sz="1200" dirty="0">
                <a:latin typeface="Times New Roman"/>
                <a:cs typeface="Times New Roman"/>
              </a:rPr>
              <a:t>makers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easy-</a:t>
            </a:r>
            <a:r>
              <a:rPr sz="1200" dirty="0">
                <a:latin typeface="Times New Roman"/>
                <a:cs typeface="Times New Roman"/>
              </a:rPr>
              <a:t>to-understand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useful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lower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pollution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Delhi-</a:t>
            </a:r>
            <a:r>
              <a:rPr sz="1200" dirty="0">
                <a:latin typeface="Times New Roman"/>
                <a:cs typeface="Times New Roman"/>
              </a:rPr>
              <a:t>NCR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Keywords: </a:t>
            </a:r>
            <a:r>
              <a:rPr sz="1200" dirty="0">
                <a:latin typeface="Times New Roman"/>
                <a:cs typeface="Times New Roman"/>
              </a:rPr>
              <a:t>Air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Forecasting;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Identification;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Dashboard;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212" y="7780146"/>
            <a:ext cx="22352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Signature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Coordinator(s):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7BFCB-255B-6AFD-0790-33DB787E64DD}"/>
              </a:ext>
            </a:extLst>
          </p:cNvPr>
          <p:cNvSpPr txBox="1"/>
          <p:nvPr/>
        </p:nvSpPr>
        <p:spPr>
          <a:xfrm>
            <a:off x="577850" y="6189846"/>
            <a:ext cx="239520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B11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Members: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1.P.Sowjanya  (245522748111)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2.A.Nandini     (245522748069)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3.P.Venkatesh(245522748107)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287BC-7850-17BB-E917-0F35F24B045D}"/>
              </a:ext>
            </a:extLst>
          </p:cNvPr>
          <p:cNvSpPr txBox="1"/>
          <p:nvPr/>
        </p:nvSpPr>
        <p:spPr>
          <a:xfrm>
            <a:off x="4540250" y="6202546"/>
            <a:ext cx="22974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and Name of the Guide: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MRS.V.Bhavani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Dept:CSE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(AI&amp;ML)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BDDE5-0FE7-1135-2523-2DE52A7303B6}"/>
              </a:ext>
            </a:extLst>
          </p:cNvPr>
          <p:cNvSpPr txBox="1"/>
          <p:nvPr/>
        </p:nvSpPr>
        <p:spPr>
          <a:xfrm>
            <a:off x="577850" y="7574841"/>
            <a:ext cx="3779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latin typeface="Times New Roman"/>
                <a:cs typeface="Times New Roman"/>
              </a:rPr>
              <a:t>Class</a:t>
            </a:r>
            <a:r>
              <a:rPr lang="en-US" sz="1200" spc="-15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&amp;</a:t>
            </a:r>
            <a:r>
              <a:rPr lang="en-US" sz="1200" spc="-45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Section:</a:t>
            </a:r>
            <a:r>
              <a:rPr lang="en-US" sz="1200" spc="-10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IV</a:t>
            </a:r>
            <a:r>
              <a:rPr lang="en-US" sz="1200" spc="-25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Year,</a:t>
            </a:r>
            <a:r>
              <a:rPr lang="en-US" sz="1200" spc="-10" dirty="0">
                <a:latin typeface="Times New Roman"/>
                <a:cs typeface="Times New Roman"/>
              </a:rPr>
              <a:t> </a:t>
            </a:r>
            <a:r>
              <a:rPr lang="en-US" sz="1200" spc="-50" dirty="0">
                <a:latin typeface="Times New Roman"/>
                <a:cs typeface="Times New Roman"/>
              </a:rPr>
              <a:t>B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337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KMEC-CSM</dc:creator>
  <cp:lastModifiedBy>pallati sowjanya</cp:lastModifiedBy>
  <cp:revision>2</cp:revision>
  <dcterms:created xsi:type="dcterms:W3CDTF">2025-10-17T04:24:57Z</dcterms:created>
  <dcterms:modified xsi:type="dcterms:W3CDTF">2025-10-17T05:59:25Z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2025-10-17T00:00:00Z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2025-10-17T00:00:00Z</vt:filetime>
  </property>
  <property fmtid="{D5CDD505-2E9C-101B-9397-08002B2CF9AE}" pid="5" name="Producer">
    <vt:lpwstr>www.ilovepdf.com</vt:lpwstr>
  </property>
</Properties>
</file>